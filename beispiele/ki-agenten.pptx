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0" y="548640"/>
            <a:ext cx="1828800" cy="182880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00D4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914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6517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KI-Agenten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nächste Stufe der Automatisierung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114800" y="4114800"/>
            <a:ext cx="9144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Präsentations-Workflow  ·  April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ist ein KI-Agent?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KI-Agent ist ein autonomes System, das ein Ziel verfolgt, Aufgaben plant, Werkzeuge nutzt und Schritte eigenständig ausführt — ohne auf direkte Befehle zu warten.</a:t>
            </a:r>
            <a:endParaRPr lang="en-US" sz="15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03120"/>
            <a:ext cx="7680960" cy="23774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 Kern: ein Large Language Model als „Denkzentrale" + externe Tools (APIs, Datenbanken, Web)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vs. Chatbot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liegt der Unterschied?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Eigenschaft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Chatbot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KI-Agent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Verhalten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Reaktiv – wartet auf Eingaben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Proaktiv – handelt eigenständig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Skripte &amp; Regeln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LLM-basiertes Planen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Aufgaben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Einzelne Antworten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Mehrstufige Aufgabenketten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Begrenzt / keine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APIs, Datenbanken, Websuche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Lernen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Adaptiv aus Erfahrung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7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Kurz: Chatbot redet — Agent erledigt.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 Markt explodiert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00D4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212080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0" y="1280160"/>
            <a:ext cx="3200400" cy="3291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4"/>
          <p:cNvSpPr/>
          <p:nvPr/>
        </p:nvSpPr>
        <p:spPr>
          <a:xfrm>
            <a:off x="585216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KERNZAHLEN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852160" y="16916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D4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+49,6 %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585216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2026–2033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852160" y="26060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852160" y="30632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Unternehmen mit Agenten in Produktion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852160" y="36118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Ø 12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852160" y="4069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Agenten pro Unternehmen bis Ende 2026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6177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Quellen: Grand View Research; Salesforce Trend Report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KI-Agenten heute wirken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914400" cy="36576"/>
          </a:xfrm>
          <a:prstGeom prst="rect">
            <a:avLst/>
          </a:prstGeom>
          <a:solidFill>
            <a:srgbClr val="00D4FF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37160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5448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Kundenservice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175564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Anfragen rund um die Uhr — mit Zugriff auf Bestell- und Kundenhistorie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137160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554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9436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Vertrieb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5943600" y="175564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Wettbewerbsanalysen automatisch jeden Montag im Postfach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292608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10896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73736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Marketing</a:t>
            </a:r>
            <a:endParaRPr lang="en-US" sz="1800" dirty="0"/>
          </a:p>
        </p:txBody>
      </p:sp>
      <p:sp>
        <p:nvSpPr>
          <p:cNvPr id="17" name="Text 12"/>
          <p:cNvSpPr/>
          <p:nvPr/>
        </p:nvSpPr>
        <p:spPr>
          <a:xfrm>
            <a:off x="1737360" y="33101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SEO-Drops erkennen, Optimierungen vorschlagen, Team alarmieren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46320" y="2926080"/>
            <a:ext cx="914400" cy="914400"/>
          </a:xfrm>
          <a:prstGeom prst="ellipse">
            <a:avLst/>
          </a:prstGeom>
          <a:solidFill>
            <a:srgbClr val="00D4FF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108960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9436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IT-Support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5943600" y="3310128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 klassifizieren, Routinefälle eigenständig lösen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457200" y="4434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Ende 2026: ~85 % aller Unternehmen mit KI-Agenten — im Einsatz oder geplant.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KI-Agenten — Die nächste Stufe der Automatisierung</dc:title>
  <dc:subject>PptxGenJS Presentation</dc:subject>
  <dc:creator>Präsentations-Workflow</dc:creator>
  <cp:lastModifiedBy>Präsentations-Workflow</cp:lastModifiedBy>
  <cp:revision>1</cp:revision>
  <dcterms:created xsi:type="dcterms:W3CDTF">2026-04-28T09:25:11Z</dcterms:created>
  <dcterms:modified xsi:type="dcterms:W3CDTF">2026-04-28T09:25:11Z</dcterms:modified>
</cp:coreProperties>
</file>