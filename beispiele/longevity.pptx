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3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55000"/>
            </a:srgbClr>
          </a:solidFill>
          <a:ln/>
        </p:spPr>
        <p:txBody>
          <a:bodyPr/>
          <a:lstStyle/>
          <a:p>
            <a:endParaRPr lang="de-DE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3954" y="868680"/>
            <a:ext cx="7680960" cy="109728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Longevity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13954" y="1874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Wissenschaft des langen Lebens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13954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länger und gesünder leben können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alt werden wir wirklich?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029200" cy="34747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577840" y="126187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Anstieg verlangsamt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97880" y="1463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2005 steigt die Lebens-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erwartung deutlich langsamer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577840" y="231343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589788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9788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Frauen leben im Schnitt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 Jahre länger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577840" y="336499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589788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~20% Gene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897880" y="3566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Rest ist Lebensstil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Umwelt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WHO 2024, CDC 2026, Max-Planck-Gesellschaft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64"/>
            <a:ext cx="4389120" cy="5093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54864"/>
            <a:ext cx="548640" cy="509320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4572000" y="2011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Geheimnis der Blue Zones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0" y="8138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Regionen — 10x mehr Hundertjährige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1115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Okinawa · Ikaria · Sardinien · Nicoya · Loma Linda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1536192"/>
            <a:ext cx="3200400" cy="27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4572000" y="17830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🥬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Pflanzliche Ernährung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pflanzlich, Bohnen als Basis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3049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0" y="234870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Natürliche Bewegung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62302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Alltag integriert, nicht im Gym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0" y="318276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👨‍👩‍👧‍👦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0" y="309851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Gemeinschaft &amp; Familie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0" y="337283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 Bindungen und soziales Netz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380259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0" y="384831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Lebenssinn (Ikigai)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412263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Klarer Zweck verlängert das Leben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4498194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4572000" y="449819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+10–12 Jahre durch Blue-Zones-Lebensstil möglich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die Forschung verspricht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82296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34340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Vielversprechend, aber beim Menschen noch nicht ausreichend bewiesen — klinische Studien laufen.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Länger leben — was du heute tun kannst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51560" y="137160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60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Stunden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Nacht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31920" y="1371600"/>
            <a:ext cx="1005840" cy="100584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5544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560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33756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Min. moderate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 pro Tag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812280" y="1371600"/>
            <a:ext cx="1005840" cy="100584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560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Ernährung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21792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Pflanzenbetont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vollwertig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828800" y="374904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3"/>
          <p:cNvSpPr/>
          <p:nvPr/>
        </p:nvSpPr>
        <p:spPr>
          <a:xfrm>
            <a:off x="182880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 bis zu +9 gesunde Lebensjahre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„Die beste Zeit anzufangen ist jetzt.“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ca59332-8ffa-4e3b-baf3-7939d44dbe92}" enabled="1" method="Standard" siteId="{14dc4628-c895-4371-8581-ad405e26083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Bildschirmpräsentation (16:9)</PresentationFormat>
  <Paragraphs>50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Longevity — Die Wissenschaft des langen Lebens</dc:title>
  <dc:subject>PptxGenJS Presentation</dc:subject>
  <dc:creator>Präsentations-Workflow</dc:creator>
  <cp:lastModifiedBy>Konecny, Prof. Dr. Jaromir (SRH Fernhochschule)</cp:lastModifiedBy>
  <cp:revision>2</cp:revision>
  <dcterms:created xsi:type="dcterms:W3CDTF">2026-04-27T16:37:42Z</dcterms:created>
  <dcterms:modified xsi:type="dcterms:W3CDTF">2026-04-29T05:34:33Z</dcterms:modified>
</cp:coreProperties>
</file>